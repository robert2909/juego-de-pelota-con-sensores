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7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1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B5845-98FB-1ADD-E0C7-29BC8F23C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9556F5-20A5-710B-7F9E-AD3D95AAE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793E60-5FE4-72F3-CBA1-2F713B809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1087-8EF7-4C72-84F8-146FE4D74A1D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BCCA1F-A311-5AC8-8C60-EE69474B0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7395B-28C2-5CA7-41C8-E4F1B691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F746-65AD-46D3-BD14-38101BC207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394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FB4E97-C6C2-F0AC-5890-5ADF05A38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C82976-FB78-46CC-201E-BB5FF0BF5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436F29-254A-1DE6-360F-97DFDFA9D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1087-8EF7-4C72-84F8-146FE4D74A1D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891C15-BE8E-FACE-BD1D-97DD4648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DD438B-EDBE-4CFD-90E1-11F62F45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F746-65AD-46D3-BD14-38101BC207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002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63DF0-884E-4BA8-AF2F-D49F6296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63BC7A-3566-A830-4D94-828D74344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93135F-55FF-CB35-276D-2D95A3FA4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1087-8EF7-4C72-84F8-146FE4D74A1D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9415E3-B680-59FC-AAF6-BE38F4C49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C4E0BF-3AD1-4B90-52A1-C625A683D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F746-65AD-46D3-BD14-38101BC207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6478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8B717-CC11-B8DE-BD5C-12E36E7EA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0E424E-AE3F-4F1C-6941-DC8776F59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58CE5F-0062-533C-73FE-A4D7FC167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BDAFE5-FEEE-A0D8-0655-AE885D03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1087-8EF7-4C72-84F8-146FE4D74A1D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8582D5-D5B8-022E-335E-87A81EDF8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4EF585-1324-6F3D-83A0-7C2E156C7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F746-65AD-46D3-BD14-38101BC207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791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76ED3-7AC1-6B95-3ADE-A63C59305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E3F6A6-CC0C-9529-DFC7-E7C8867B4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883C85-A831-C715-B68E-DB243A71E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1E0379-9EF6-E73E-DD9F-3141CD12B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0C59B5-A70C-A0E7-434C-ABADA58C0A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C7A45EE-8158-F93D-FBC4-297DC4565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1087-8EF7-4C72-84F8-146FE4D74A1D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0D8850-C2D1-3EA1-DF52-648D6AB75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3E60B8F-66F9-BAAB-70EC-672E0CB1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F746-65AD-46D3-BD14-38101BC207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073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63E8F-B80D-9434-6612-C4A333806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569CB4-1D3E-8356-BD44-A450E789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1087-8EF7-4C72-84F8-146FE4D74A1D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E532A24-F6B9-CA3E-4CBF-245B08250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D47D5C-CAAA-BAD6-57AE-A642721ED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F746-65AD-46D3-BD14-38101BC207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419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BF0A2D-7F85-4544-B0AE-915308678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1087-8EF7-4C72-84F8-146FE4D74A1D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239DD9-B3A0-E728-942F-765D7A03F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F2AFA1-AA57-5CE4-3065-FF5E98F4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F746-65AD-46D3-BD14-38101BC207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600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24301-7EBC-2637-73C7-4438EC1BA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9CC5A7-0420-FC5D-33CC-DE36D906D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7828DA-E0D4-259B-5274-B44630518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475301-5A6C-F3A0-4704-3A4B67BC3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1087-8EF7-4C72-84F8-146FE4D74A1D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052FCB-D766-7A25-8999-E5568A15B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5B9530-B686-3B5B-9ABF-69E05D9B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F746-65AD-46D3-BD14-38101BC207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6914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89004-A634-7D44-F8C5-2EC9F8E3D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8F89528-5896-DEE7-42FD-EB8CF5C67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CF4083-9B04-DDDD-B351-0319C9C3E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F7E835-E28F-728E-4DB1-A461177DC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1087-8EF7-4C72-84F8-146FE4D74A1D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268825-1289-0FA8-5D18-6A03E4CB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AFE142-1EEC-BB18-876E-58E43788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F746-65AD-46D3-BD14-38101BC207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8345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636E3-836C-D199-B374-25FF919E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DFFAEF-73C8-DD2F-5F0D-85D719280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555C3-824B-9CE9-6A52-CF905A133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1087-8EF7-4C72-84F8-146FE4D74A1D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9E7D5E-0031-B56E-5B64-7D25D6C2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597CD1-0F4E-6693-E36F-265EED4B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F746-65AD-46D3-BD14-38101BC207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4520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ED9E3C-6F29-F85B-2E4A-51599AB08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52A919-22D3-EEFA-D558-3A7803311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443769-FB8C-483C-67B4-7DEA2AE63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1087-8EF7-4C72-84F8-146FE4D74A1D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486D4F-60F9-8C84-E95F-97FBEC25A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C776C5-8BD6-4E57-204A-EDB71D805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F746-65AD-46D3-BD14-38101BC207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964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1CDF4DD-062C-9853-32D4-F7980308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2E4F36-2CA7-CF0D-C871-4EDA58CD3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A796BE-B144-19D0-908E-34BAF0BA2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21087-8EF7-4C72-84F8-146FE4D74A1D}" type="datetimeFigureOut">
              <a:rPr lang="es-MX" smtClean="0"/>
              <a:t>14/05/2026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7F6CFE-7F60-1715-D752-5CF335B654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24BF31-A3D3-DD72-9185-975886A59D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7F746-65AD-46D3-BD14-38101BC207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3556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D1FB4DD-A7B6-A676-C101-BD60FE262FFE}"/>
              </a:ext>
            </a:extLst>
          </p:cNvPr>
          <p:cNvSpPr/>
          <p:nvPr/>
        </p:nvSpPr>
        <p:spPr>
          <a:xfrm>
            <a:off x="1952625" y="971550"/>
            <a:ext cx="8286750" cy="49149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06B93E3-80D2-B4DD-F932-BD2A50F95692}"/>
              </a:ext>
            </a:extLst>
          </p:cNvPr>
          <p:cNvSpPr/>
          <p:nvPr/>
        </p:nvSpPr>
        <p:spPr>
          <a:xfrm>
            <a:off x="306944" y="277585"/>
            <a:ext cx="180000" cy="18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493530-774D-045C-685D-5E6B83411580}"/>
              </a:ext>
            </a:extLst>
          </p:cNvPr>
          <p:cNvSpPr/>
          <p:nvPr/>
        </p:nvSpPr>
        <p:spPr>
          <a:xfrm>
            <a:off x="669278" y="277585"/>
            <a:ext cx="180000" cy="18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A37B00E-2288-C4C1-EA4C-B5F2BBEC4997}"/>
              </a:ext>
            </a:extLst>
          </p:cNvPr>
          <p:cNvSpPr/>
          <p:nvPr/>
        </p:nvSpPr>
        <p:spPr>
          <a:xfrm>
            <a:off x="9717644" y="5418364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5861878-1687-D295-6D7F-01AD808E2ECC}"/>
              </a:ext>
            </a:extLst>
          </p:cNvPr>
          <p:cNvSpPr/>
          <p:nvPr/>
        </p:nvSpPr>
        <p:spPr>
          <a:xfrm>
            <a:off x="2109890" y="1153091"/>
            <a:ext cx="180000" cy="180000"/>
          </a:xfrm>
          <a:prstGeom prst="ellipse">
            <a:avLst/>
          </a:prstGeom>
          <a:solidFill>
            <a:srgbClr val="FF37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493A535-04D1-E0A7-FC0C-BB0037477529}"/>
              </a:ext>
            </a:extLst>
          </p:cNvPr>
          <p:cNvSpPr txBox="1"/>
          <p:nvPr/>
        </p:nvSpPr>
        <p:spPr>
          <a:xfrm>
            <a:off x="5618144" y="150131"/>
            <a:ext cx="982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MX" b="1" dirty="0"/>
              <a:t>NIVEL 0</a:t>
            </a:r>
          </a:p>
        </p:txBody>
      </p:sp>
    </p:spTree>
    <p:extLst>
      <p:ext uri="{BB962C8B-B14F-4D97-AF65-F5344CB8AC3E}">
        <p14:creationId xmlns:p14="http://schemas.microsoft.com/office/powerpoint/2010/main" val="1286418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D1FB4DD-A7B6-A676-C101-BD60FE262FFE}"/>
              </a:ext>
            </a:extLst>
          </p:cNvPr>
          <p:cNvSpPr/>
          <p:nvPr/>
        </p:nvSpPr>
        <p:spPr>
          <a:xfrm>
            <a:off x="1952625" y="971550"/>
            <a:ext cx="8286750" cy="49149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06B93E3-80D2-B4DD-F932-BD2A50F95692}"/>
              </a:ext>
            </a:extLst>
          </p:cNvPr>
          <p:cNvSpPr/>
          <p:nvPr/>
        </p:nvSpPr>
        <p:spPr>
          <a:xfrm>
            <a:off x="306944" y="277585"/>
            <a:ext cx="180000" cy="18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493530-774D-045C-685D-5E6B83411580}"/>
              </a:ext>
            </a:extLst>
          </p:cNvPr>
          <p:cNvSpPr/>
          <p:nvPr/>
        </p:nvSpPr>
        <p:spPr>
          <a:xfrm>
            <a:off x="669278" y="277585"/>
            <a:ext cx="180000" cy="18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E1621B2-F543-398F-CB1A-13763C3521E1}"/>
              </a:ext>
            </a:extLst>
          </p:cNvPr>
          <p:cNvSpPr/>
          <p:nvPr/>
        </p:nvSpPr>
        <p:spPr>
          <a:xfrm>
            <a:off x="3951322" y="971550"/>
            <a:ext cx="180000" cy="36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6E72BE6-7C08-E277-CA14-ABE85D26FEAE}"/>
              </a:ext>
            </a:extLst>
          </p:cNvPr>
          <p:cNvSpPr/>
          <p:nvPr/>
        </p:nvSpPr>
        <p:spPr>
          <a:xfrm>
            <a:off x="7557215" y="2314799"/>
            <a:ext cx="180000" cy="36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A37B00E-2288-C4C1-EA4C-B5F2BBEC4997}"/>
              </a:ext>
            </a:extLst>
          </p:cNvPr>
          <p:cNvSpPr/>
          <p:nvPr/>
        </p:nvSpPr>
        <p:spPr>
          <a:xfrm>
            <a:off x="9717644" y="5418364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5861878-1687-D295-6D7F-01AD808E2ECC}"/>
              </a:ext>
            </a:extLst>
          </p:cNvPr>
          <p:cNvSpPr/>
          <p:nvPr/>
        </p:nvSpPr>
        <p:spPr>
          <a:xfrm>
            <a:off x="2109890" y="1153091"/>
            <a:ext cx="180000" cy="180000"/>
          </a:xfrm>
          <a:prstGeom prst="ellipse">
            <a:avLst/>
          </a:prstGeom>
          <a:solidFill>
            <a:srgbClr val="FF37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422E0D5-4D58-7513-2B5E-2CF24B515C81}"/>
              </a:ext>
            </a:extLst>
          </p:cNvPr>
          <p:cNvSpPr/>
          <p:nvPr/>
        </p:nvSpPr>
        <p:spPr>
          <a:xfrm rot="16200000">
            <a:off x="6567215" y="3124799"/>
            <a:ext cx="180000" cy="18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93089B5-B806-56C0-AD39-8370A720E70E}"/>
              </a:ext>
            </a:extLst>
          </p:cNvPr>
          <p:cNvSpPr/>
          <p:nvPr/>
        </p:nvSpPr>
        <p:spPr>
          <a:xfrm rot="16200000">
            <a:off x="4934375" y="1553174"/>
            <a:ext cx="180000" cy="18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DC31E10-8D1B-E1AF-86D0-8A67A86287C4}"/>
              </a:ext>
            </a:extLst>
          </p:cNvPr>
          <p:cNvSpPr/>
          <p:nvPr/>
        </p:nvSpPr>
        <p:spPr>
          <a:xfrm rot="16200000">
            <a:off x="2870245" y="4787287"/>
            <a:ext cx="163455" cy="1998697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0EA8AF3-FB39-0D6D-AF53-E07C150AD495}"/>
              </a:ext>
            </a:extLst>
          </p:cNvPr>
          <p:cNvSpPr txBox="1"/>
          <p:nvPr/>
        </p:nvSpPr>
        <p:spPr>
          <a:xfrm>
            <a:off x="5618144" y="150131"/>
            <a:ext cx="982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MX" b="1" dirty="0"/>
              <a:t>NIVEL 1</a:t>
            </a:r>
          </a:p>
        </p:txBody>
      </p:sp>
    </p:spTree>
    <p:extLst>
      <p:ext uri="{BB962C8B-B14F-4D97-AF65-F5344CB8AC3E}">
        <p14:creationId xmlns:p14="http://schemas.microsoft.com/office/powerpoint/2010/main" val="151846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D1FB4DD-A7B6-A676-C101-BD60FE262FFE}"/>
              </a:ext>
            </a:extLst>
          </p:cNvPr>
          <p:cNvSpPr/>
          <p:nvPr/>
        </p:nvSpPr>
        <p:spPr>
          <a:xfrm>
            <a:off x="1952625" y="971550"/>
            <a:ext cx="8286750" cy="49149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06B93E3-80D2-B4DD-F932-BD2A50F95692}"/>
              </a:ext>
            </a:extLst>
          </p:cNvPr>
          <p:cNvSpPr/>
          <p:nvPr/>
        </p:nvSpPr>
        <p:spPr>
          <a:xfrm>
            <a:off x="306944" y="277585"/>
            <a:ext cx="180000" cy="18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493530-774D-045C-685D-5E6B83411580}"/>
              </a:ext>
            </a:extLst>
          </p:cNvPr>
          <p:cNvSpPr/>
          <p:nvPr/>
        </p:nvSpPr>
        <p:spPr>
          <a:xfrm>
            <a:off x="669278" y="277585"/>
            <a:ext cx="180000" cy="18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E1621B2-F543-398F-CB1A-13763C3521E1}"/>
              </a:ext>
            </a:extLst>
          </p:cNvPr>
          <p:cNvSpPr/>
          <p:nvPr/>
        </p:nvSpPr>
        <p:spPr>
          <a:xfrm>
            <a:off x="2848904" y="929026"/>
            <a:ext cx="180000" cy="36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6E72BE6-7C08-E277-CA14-ABE85D26FEAE}"/>
              </a:ext>
            </a:extLst>
          </p:cNvPr>
          <p:cNvSpPr/>
          <p:nvPr/>
        </p:nvSpPr>
        <p:spPr>
          <a:xfrm>
            <a:off x="7449548" y="2286450"/>
            <a:ext cx="180000" cy="36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A37B00E-2288-C4C1-EA4C-B5F2BBEC4997}"/>
              </a:ext>
            </a:extLst>
          </p:cNvPr>
          <p:cNvSpPr/>
          <p:nvPr/>
        </p:nvSpPr>
        <p:spPr>
          <a:xfrm>
            <a:off x="9717644" y="5418364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5861878-1687-D295-6D7F-01AD808E2ECC}"/>
              </a:ext>
            </a:extLst>
          </p:cNvPr>
          <p:cNvSpPr/>
          <p:nvPr/>
        </p:nvSpPr>
        <p:spPr>
          <a:xfrm>
            <a:off x="2109890" y="1153091"/>
            <a:ext cx="180000" cy="180000"/>
          </a:xfrm>
          <a:prstGeom prst="ellipse">
            <a:avLst/>
          </a:prstGeom>
          <a:solidFill>
            <a:srgbClr val="FF37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874F5A6-4B07-AA38-1A2A-C30217E3A751}"/>
              </a:ext>
            </a:extLst>
          </p:cNvPr>
          <p:cNvSpPr/>
          <p:nvPr/>
        </p:nvSpPr>
        <p:spPr>
          <a:xfrm>
            <a:off x="4382452" y="2286450"/>
            <a:ext cx="180000" cy="36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B621FD8-320B-2DD0-D4FF-6E1DD9D3950B}"/>
              </a:ext>
            </a:extLst>
          </p:cNvPr>
          <p:cNvSpPr/>
          <p:nvPr/>
        </p:nvSpPr>
        <p:spPr>
          <a:xfrm>
            <a:off x="5916000" y="929026"/>
            <a:ext cx="180000" cy="36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FACE416-6AFB-8857-D31A-42D642DDF649}"/>
              </a:ext>
            </a:extLst>
          </p:cNvPr>
          <p:cNvSpPr/>
          <p:nvPr/>
        </p:nvSpPr>
        <p:spPr>
          <a:xfrm>
            <a:off x="8983097" y="929026"/>
            <a:ext cx="180000" cy="36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EB36F66-E187-7644-92ED-92DC67C9D1BE}"/>
              </a:ext>
            </a:extLst>
          </p:cNvPr>
          <p:cNvSpPr/>
          <p:nvPr/>
        </p:nvSpPr>
        <p:spPr>
          <a:xfrm>
            <a:off x="3587918" y="2729026"/>
            <a:ext cx="180000" cy="10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2CA5DDD-9B9A-914C-2A02-CBA9AB2A5D64}"/>
              </a:ext>
            </a:extLst>
          </p:cNvPr>
          <p:cNvSpPr/>
          <p:nvPr/>
        </p:nvSpPr>
        <p:spPr>
          <a:xfrm>
            <a:off x="5167091" y="2729026"/>
            <a:ext cx="180000" cy="10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0A06791-86F0-CB39-370C-707B5F2A7C75}"/>
              </a:ext>
            </a:extLst>
          </p:cNvPr>
          <p:cNvSpPr/>
          <p:nvPr/>
        </p:nvSpPr>
        <p:spPr>
          <a:xfrm>
            <a:off x="6664909" y="2729026"/>
            <a:ext cx="180000" cy="10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E18DBCA-8600-A709-2228-592D008C3EB8}"/>
              </a:ext>
            </a:extLst>
          </p:cNvPr>
          <p:cNvSpPr/>
          <p:nvPr/>
        </p:nvSpPr>
        <p:spPr>
          <a:xfrm>
            <a:off x="8244082" y="2729026"/>
            <a:ext cx="180000" cy="10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91A57CC-3671-9811-C22D-41DC05975A2E}"/>
              </a:ext>
            </a:extLst>
          </p:cNvPr>
          <p:cNvSpPr/>
          <p:nvPr/>
        </p:nvSpPr>
        <p:spPr>
          <a:xfrm rot="16200000">
            <a:off x="2848904" y="5256450"/>
            <a:ext cx="180000" cy="10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F880B0D-E28B-3591-0641-3E59B9D2812E}"/>
              </a:ext>
            </a:extLst>
          </p:cNvPr>
          <p:cNvSpPr/>
          <p:nvPr/>
        </p:nvSpPr>
        <p:spPr>
          <a:xfrm rot="16200000">
            <a:off x="5916000" y="5233659"/>
            <a:ext cx="180000" cy="10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9D0C441-FCB0-65CF-4FD9-C6A7F08A6FE9}"/>
              </a:ext>
            </a:extLst>
          </p:cNvPr>
          <p:cNvSpPr/>
          <p:nvPr/>
        </p:nvSpPr>
        <p:spPr>
          <a:xfrm rot="16200000">
            <a:off x="8960844" y="5241824"/>
            <a:ext cx="180000" cy="10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B79731B-CED8-D943-1C62-EB03A662165D}"/>
              </a:ext>
            </a:extLst>
          </p:cNvPr>
          <p:cNvSpPr/>
          <p:nvPr/>
        </p:nvSpPr>
        <p:spPr>
          <a:xfrm rot="16200000">
            <a:off x="7449548" y="541123"/>
            <a:ext cx="180000" cy="10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F482BB8-4C78-9B7A-4071-FA6D0071749F}"/>
              </a:ext>
            </a:extLst>
          </p:cNvPr>
          <p:cNvSpPr/>
          <p:nvPr/>
        </p:nvSpPr>
        <p:spPr>
          <a:xfrm rot="16200000">
            <a:off x="4382452" y="525211"/>
            <a:ext cx="180000" cy="10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0032E86-506B-076F-2978-A3D82D14E883}"/>
              </a:ext>
            </a:extLst>
          </p:cNvPr>
          <p:cNvSpPr txBox="1"/>
          <p:nvPr/>
        </p:nvSpPr>
        <p:spPr>
          <a:xfrm>
            <a:off x="5618144" y="150131"/>
            <a:ext cx="982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MX" b="1" dirty="0"/>
              <a:t>NIVEL 2</a:t>
            </a:r>
          </a:p>
        </p:txBody>
      </p:sp>
    </p:spTree>
    <p:extLst>
      <p:ext uri="{BB962C8B-B14F-4D97-AF65-F5344CB8AC3E}">
        <p14:creationId xmlns:p14="http://schemas.microsoft.com/office/powerpoint/2010/main" val="745878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D1FB4DD-A7B6-A676-C101-BD60FE262FFE}"/>
              </a:ext>
            </a:extLst>
          </p:cNvPr>
          <p:cNvSpPr/>
          <p:nvPr/>
        </p:nvSpPr>
        <p:spPr>
          <a:xfrm>
            <a:off x="1952625" y="971550"/>
            <a:ext cx="8286750" cy="49149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06B93E3-80D2-B4DD-F932-BD2A50F95692}"/>
              </a:ext>
            </a:extLst>
          </p:cNvPr>
          <p:cNvSpPr/>
          <p:nvPr/>
        </p:nvSpPr>
        <p:spPr>
          <a:xfrm>
            <a:off x="306944" y="277585"/>
            <a:ext cx="180000" cy="18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493530-774D-045C-685D-5E6B83411580}"/>
              </a:ext>
            </a:extLst>
          </p:cNvPr>
          <p:cNvSpPr/>
          <p:nvPr/>
        </p:nvSpPr>
        <p:spPr>
          <a:xfrm>
            <a:off x="669278" y="277585"/>
            <a:ext cx="180000" cy="18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A37B00E-2288-C4C1-EA4C-B5F2BBEC4997}"/>
              </a:ext>
            </a:extLst>
          </p:cNvPr>
          <p:cNvSpPr/>
          <p:nvPr/>
        </p:nvSpPr>
        <p:spPr>
          <a:xfrm>
            <a:off x="2019890" y="5434692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5861878-1687-D295-6D7F-01AD808E2ECC}"/>
              </a:ext>
            </a:extLst>
          </p:cNvPr>
          <p:cNvSpPr/>
          <p:nvPr/>
        </p:nvSpPr>
        <p:spPr>
          <a:xfrm>
            <a:off x="2109890" y="1153091"/>
            <a:ext cx="180000" cy="180000"/>
          </a:xfrm>
          <a:prstGeom prst="ellipse">
            <a:avLst/>
          </a:prstGeom>
          <a:solidFill>
            <a:srgbClr val="FF37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5D455E8-512F-8E5A-DA39-FDDBBC0A99F9}"/>
              </a:ext>
            </a:extLst>
          </p:cNvPr>
          <p:cNvSpPr/>
          <p:nvPr/>
        </p:nvSpPr>
        <p:spPr>
          <a:xfrm rot="5400000">
            <a:off x="5588941" y="-1863169"/>
            <a:ext cx="180000" cy="74526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6E64F50-DA96-FC41-E8C0-183D13C134E6}"/>
              </a:ext>
            </a:extLst>
          </p:cNvPr>
          <p:cNvSpPr/>
          <p:nvPr/>
        </p:nvSpPr>
        <p:spPr>
          <a:xfrm rot="5400000">
            <a:off x="6423059" y="-342425"/>
            <a:ext cx="180000" cy="74526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3ED02B-8D03-D59A-0F82-8AA92297B992}"/>
              </a:ext>
            </a:extLst>
          </p:cNvPr>
          <p:cNvSpPr/>
          <p:nvPr/>
        </p:nvSpPr>
        <p:spPr>
          <a:xfrm rot="5400000">
            <a:off x="5588941" y="1178319"/>
            <a:ext cx="180000" cy="74526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36E93EC-C15F-42A2-7415-CB89A1D837A6}"/>
              </a:ext>
            </a:extLst>
          </p:cNvPr>
          <p:cNvSpPr/>
          <p:nvPr/>
        </p:nvSpPr>
        <p:spPr>
          <a:xfrm>
            <a:off x="3902528" y="973091"/>
            <a:ext cx="180000" cy="36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D2F9CE1-422A-8DA5-5621-8534203BEC32}"/>
              </a:ext>
            </a:extLst>
          </p:cNvPr>
          <p:cNvSpPr/>
          <p:nvPr/>
        </p:nvSpPr>
        <p:spPr>
          <a:xfrm>
            <a:off x="6071892" y="1413147"/>
            <a:ext cx="180000" cy="36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5D57033-5791-6A52-16BE-A3B493173F50}"/>
              </a:ext>
            </a:extLst>
          </p:cNvPr>
          <p:cNvSpPr/>
          <p:nvPr/>
        </p:nvSpPr>
        <p:spPr>
          <a:xfrm>
            <a:off x="8594271" y="973091"/>
            <a:ext cx="180000" cy="36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0A1B10D-E296-D30F-B155-F2AD15ECECC3}"/>
              </a:ext>
            </a:extLst>
          </p:cNvPr>
          <p:cNvSpPr/>
          <p:nvPr/>
        </p:nvSpPr>
        <p:spPr>
          <a:xfrm>
            <a:off x="6071892" y="1952720"/>
            <a:ext cx="180000" cy="802023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021E66C-7FBE-6902-AC9C-B61057FF64B5}"/>
              </a:ext>
            </a:extLst>
          </p:cNvPr>
          <p:cNvSpPr/>
          <p:nvPr/>
        </p:nvSpPr>
        <p:spPr>
          <a:xfrm>
            <a:off x="8594271" y="2490885"/>
            <a:ext cx="180000" cy="802023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9064F4D-7715-8637-29AB-1CC8BC0D62EE}"/>
              </a:ext>
            </a:extLst>
          </p:cNvPr>
          <p:cNvSpPr/>
          <p:nvPr/>
        </p:nvSpPr>
        <p:spPr>
          <a:xfrm>
            <a:off x="3902528" y="2490884"/>
            <a:ext cx="180000" cy="802023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F85A1EF-9ADE-35F0-5F69-35FACAD645FE}"/>
              </a:ext>
            </a:extLst>
          </p:cNvPr>
          <p:cNvSpPr/>
          <p:nvPr/>
        </p:nvSpPr>
        <p:spPr>
          <a:xfrm>
            <a:off x="6071892" y="4011630"/>
            <a:ext cx="180000" cy="802023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5B1640-F586-6B3F-386F-A7E9E37B8623}"/>
              </a:ext>
            </a:extLst>
          </p:cNvPr>
          <p:cNvSpPr/>
          <p:nvPr/>
        </p:nvSpPr>
        <p:spPr>
          <a:xfrm>
            <a:off x="8594271" y="3472481"/>
            <a:ext cx="180000" cy="802023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4EAE0E6-FF78-A3C4-CD36-5F3FF0AA2AF2}"/>
              </a:ext>
            </a:extLst>
          </p:cNvPr>
          <p:cNvSpPr/>
          <p:nvPr/>
        </p:nvSpPr>
        <p:spPr>
          <a:xfrm>
            <a:off x="3902528" y="3472480"/>
            <a:ext cx="180000" cy="802023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9919083-8365-56E3-BFE2-97A62CA3C026}"/>
              </a:ext>
            </a:extLst>
          </p:cNvPr>
          <p:cNvSpPr/>
          <p:nvPr/>
        </p:nvSpPr>
        <p:spPr>
          <a:xfrm>
            <a:off x="3902528" y="5534767"/>
            <a:ext cx="180000" cy="36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174F1E7-78CF-5C77-9963-9EB58C2138EC}"/>
              </a:ext>
            </a:extLst>
          </p:cNvPr>
          <p:cNvSpPr/>
          <p:nvPr/>
        </p:nvSpPr>
        <p:spPr>
          <a:xfrm>
            <a:off x="6071892" y="4994636"/>
            <a:ext cx="180000" cy="36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212B89E-7762-7D8B-531A-1782C59828D2}"/>
              </a:ext>
            </a:extLst>
          </p:cNvPr>
          <p:cNvSpPr/>
          <p:nvPr/>
        </p:nvSpPr>
        <p:spPr>
          <a:xfrm>
            <a:off x="8594271" y="5534767"/>
            <a:ext cx="180000" cy="36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B318E49-EEA5-4D47-A312-EFD036FCCF8F}"/>
              </a:ext>
            </a:extLst>
          </p:cNvPr>
          <p:cNvSpPr txBox="1"/>
          <p:nvPr/>
        </p:nvSpPr>
        <p:spPr>
          <a:xfrm>
            <a:off x="5618144" y="150131"/>
            <a:ext cx="982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MX" b="1" dirty="0"/>
              <a:t>NIVEL 3</a:t>
            </a:r>
          </a:p>
        </p:txBody>
      </p:sp>
    </p:spTree>
    <p:extLst>
      <p:ext uri="{BB962C8B-B14F-4D97-AF65-F5344CB8AC3E}">
        <p14:creationId xmlns:p14="http://schemas.microsoft.com/office/powerpoint/2010/main" val="3503673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06B93E3-80D2-B4DD-F932-BD2A50F95692}"/>
              </a:ext>
            </a:extLst>
          </p:cNvPr>
          <p:cNvSpPr/>
          <p:nvPr/>
        </p:nvSpPr>
        <p:spPr>
          <a:xfrm>
            <a:off x="306944" y="277585"/>
            <a:ext cx="180000" cy="18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493530-774D-045C-685D-5E6B83411580}"/>
              </a:ext>
            </a:extLst>
          </p:cNvPr>
          <p:cNvSpPr/>
          <p:nvPr/>
        </p:nvSpPr>
        <p:spPr>
          <a:xfrm>
            <a:off x="669278" y="277585"/>
            <a:ext cx="180000" cy="18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F9B970C-9D71-C15A-F8FD-3A4AA2358D11}"/>
              </a:ext>
            </a:extLst>
          </p:cNvPr>
          <p:cNvSpPr/>
          <p:nvPr/>
        </p:nvSpPr>
        <p:spPr>
          <a:xfrm>
            <a:off x="1952625" y="971550"/>
            <a:ext cx="8286750" cy="49149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5967BFE-6AB0-79ED-A441-A958A56F1C11}"/>
              </a:ext>
            </a:extLst>
          </p:cNvPr>
          <p:cNvSpPr/>
          <p:nvPr/>
        </p:nvSpPr>
        <p:spPr>
          <a:xfrm>
            <a:off x="2837536" y="971550"/>
            <a:ext cx="180000" cy="36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E84987A-A827-00B1-32A0-BE7937026E41}"/>
              </a:ext>
            </a:extLst>
          </p:cNvPr>
          <p:cNvSpPr/>
          <p:nvPr/>
        </p:nvSpPr>
        <p:spPr>
          <a:xfrm>
            <a:off x="6626051" y="2286450"/>
            <a:ext cx="180000" cy="36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406C859-6766-B353-C4CC-614BCFFE3728}"/>
              </a:ext>
            </a:extLst>
          </p:cNvPr>
          <p:cNvSpPr/>
          <p:nvPr/>
        </p:nvSpPr>
        <p:spPr>
          <a:xfrm>
            <a:off x="9605552" y="5166451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F5E1B09-DF19-0BAC-1B48-262505709F30}"/>
              </a:ext>
            </a:extLst>
          </p:cNvPr>
          <p:cNvSpPr/>
          <p:nvPr/>
        </p:nvSpPr>
        <p:spPr>
          <a:xfrm>
            <a:off x="2300614" y="1435562"/>
            <a:ext cx="180000" cy="180000"/>
          </a:xfrm>
          <a:prstGeom prst="ellipse">
            <a:avLst/>
          </a:prstGeom>
          <a:solidFill>
            <a:srgbClr val="FF37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5727E0B-D69C-E5C2-23C2-8A622EEF1410}"/>
              </a:ext>
            </a:extLst>
          </p:cNvPr>
          <p:cNvSpPr/>
          <p:nvPr/>
        </p:nvSpPr>
        <p:spPr>
          <a:xfrm>
            <a:off x="4100375" y="2286450"/>
            <a:ext cx="180000" cy="36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C63D6EA-92F8-155D-9BAC-E7F1807BBC9E}"/>
              </a:ext>
            </a:extLst>
          </p:cNvPr>
          <p:cNvSpPr/>
          <p:nvPr/>
        </p:nvSpPr>
        <p:spPr>
          <a:xfrm>
            <a:off x="5363213" y="971550"/>
            <a:ext cx="180000" cy="36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9E673F1-5B02-F6A4-8019-E61AF66E39B7}"/>
              </a:ext>
            </a:extLst>
          </p:cNvPr>
          <p:cNvSpPr/>
          <p:nvPr/>
        </p:nvSpPr>
        <p:spPr>
          <a:xfrm>
            <a:off x="7888889" y="971550"/>
            <a:ext cx="180000" cy="36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82EECFA7-14F6-FBBE-9D28-DA3FD87B6B12}"/>
              </a:ext>
            </a:extLst>
          </p:cNvPr>
          <p:cNvSpPr/>
          <p:nvPr/>
        </p:nvSpPr>
        <p:spPr>
          <a:xfrm>
            <a:off x="9151729" y="2286450"/>
            <a:ext cx="180000" cy="36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5CE1A048-8FDC-77DB-4E1A-9444524B7029}"/>
              </a:ext>
            </a:extLst>
          </p:cNvPr>
          <p:cNvSpPr/>
          <p:nvPr/>
        </p:nvSpPr>
        <p:spPr>
          <a:xfrm rot="16200000">
            <a:off x="6006000" y="-3080284"/>
            <a:ext cx="180000" cy="828675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E3A9CEDB-15C8-688D-7CDC-869A5F4FBE9C}"/>
              </a:ext>
            </a:extLst>
          </p:cNvPr>
          <p:cNvSpPr/>
          <p:nvPr/>
        </p:nvSpPr>
        <p:spPr>
          <a:xfrm rot="16200000">
            <a:off x="6006000" y="1653076"/>
            <a:ext cx="180000" cy="828675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CECE399-B804-65A4-B183-DA49392456F2}"/>
              </a:ext>
            </a:extLst>
          </p:cNvPr>
          <p:cNvSpPr txBox="1"/>
          <p:nvPr/>
        </p:nvSpPr>
        <p:spPr>
          <a:xfrm>
            <a:off x="5618144" y="150131"/>
            <a:ext cx="982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MX" b="1" dirty="0"/>
              <a:t>NIVEL 4</a:t>
            </a:r>
          </a:p>
        </p:txBody>
      </p:sp>
    </p:spTree>
    <p:extLst>
      <p:ext uri="{BB962C8B-B14F-4D97-AF65-F5344CB8AC3E}">
        <p14:creationId xmlns:p14="http://schemas.microsoft.com/office/powerpoint/2010/main" val="420743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D1FB4DD-A7B6-A676-C101-BD60FE262FFE}"/>
              </a:ext>
            </a:extLst>
          </p:cNvPr>
          <p:cNvSpPr/>
          <p:nvPr/>
        </p:nvSpPr>
        <p:spPr>
          <a:xfrm>
            <a:off x="1952625" y="971550"/>
            <a:ext cx="8286750" cy="49149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06B93E3-80D2-B4DD-F932-BD2A50F95692}"/>
              </a:ext>
            </a:extLst>
          </p:cNvPr>
          <p:cNvSpPr/>
          <p:nvPr/>
        </p:nvSpPr>
        <p:spPr>
          <a:xfrm>
            <a:off x="306944" y="277585"/>
            <a:ext cx="180000" cy="18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493530-774D-045C-685D-5E6B83411580}"/>
              </a:ext>
            </a:extLst>
          </p:cNvPr>
          <p:cNvSpPr/>
          <p:nvPr/>
        </p:nvSpPr>
        <p:spPr>
          <a:xfrm>
            <a:off x="669278" y="277585"/>
            <a:ext cx="180000" cy="18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A37B00E-2288-C4C1-EA4C-B5F2BBEC4997}"/>
              </a:ext>
            </a:extLst>
          </p:cNvPr>
          <p:cNvSpPr/>
          <p:nvPr/>
        </p:nvSpPr>
        <p:spPr>
          <a:xfrm>
            <a:off x="9648631" y="3249000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5861878-1687-D295-6D7F-01AD808E2ECC}"/>
              </a:ext>
            </a:extLst>
          </p:cNvPr>
          <p:cNvSpPr/>
          <p:nvPr/>
        </p:nvSpPr>
        <p:spPr>
          <a:xfrm>
            <a:off x="2178621" y="3339000"/>
            <a:ext cx="180000" cy="180000"/>
          </a:xfrm>
          <a:prstGeom prst="ellipse">
            <a:avLst/>
          </a:prstGeom>
          <a:solidFill>
            <a:srgbClr val="FF37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493A535-04D1-E0A7-FC0C-BB0037477529}"/>
              </a:ext>
            </a:extLst>
          </p:cNvPr>
          <p:cNvSpPr txBox="1"/>
          <p:nvPr/>
        </p:nvSpPr>
        <p:spPr>
          <a:xfrm>
            <a:off x="5618144" y="150131"/>
            <a:ext cx="982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MX" b="1" dirty="0"/>
              <a:t>NIVEL 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9663D3A-53BF-C075-FF85-C38F7D5881A6}"/>
              </a:ext>
            </a:extLst>
          </p:cNvPr>
          <p:cNvSpPr/>
          <p:nvPr/>
        </p:nvSpPr>
        <p:spPr>
          <a:xfrm>
            <a:off x="1952624" y="971550"/>
            <a:ext cx="8286749" cy="1477736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6B00AAE-E4AB-6B48-2102-5D7CBA8F72BC}"/>
              </a:ext>
            </a:extLst>
          </p:cNvPr>
          <p:cNvSpPr/>
          <p:nvPr/>
        </p:nvSpPr>
        <p:spPr>
          <a:xfrm>
            <a:off x="1952624" y="4408714"/>
            <a:ext cx="8286749" cy="1477736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D9A771D-816A-9C92-E3DB-E7FF2FE60D7B}"/>
              </a:ext>
            </a:extLst>
          </p:cNvPr>
          <p:cNvSpPr/>
          <p:nvPr/>
        </p:nvSpPr>
        <p:spPr>
          <a:xfrm>
            <a:off x="2851480" y="2449286"/>
            <a:ext cx="1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9894F6A-3A0C-0FC9-928A-AD9BC31C3C47}"/>
              </a:ext>
            </a:extLst>
          </p:cNvPr>
          <p:cNvSpPr/>
          <p:nvPr/>
        </p:nvSpPr>
        <p:spPr>
          <a:xfrm>
            <a:off x="3519872" y="3328714"/>
            <a:ext cx="1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EED692-C6AE-30A2-96F9-51B9BFF47A73}"/>
              </a:ext>
            </a:extLst>
          </p:cNvPr>
          <p:cNvSpPr/>
          <p:nvPr/>
        </p:nvSpPr>
        <p:spPr>
          <a:xfrm>
            <a:off x="4188264" y="2449286"/>
            <a:ext cx="1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C69FEE2-529E-CB9E-0EE8-CE326B522FE2}"/>
              </a:ext>
            </a:extLst>
          </p:cNvPr>
          <p:cNvSpPr/>
          <p:nvPr/>
        </p:nvSpPr>
        <p:spPr>
          <a:xfrm>
            <a:off x="4856656" y="3328714"/>
            <a:ext cx="1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2CAFD40-54C5-B1BA-E844-B2BEAF7F7910}"/>
              </a:ext>
            </a:extLst>
          </p:cNvPr>
          <p:cNvSpPr/>
          <p:nvPr/>
        </p:nvSpPr>
        <p:spPr>
          <a:xfrm>
            <a:off x="5525048" y="2449286"/>
            <a:ext cx="1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59B1BFF-B8DC-7F84-AB4A-C62D045DE803}"/>
              </a:ext>
            </a:extLst>
          </p:cNvPr>
          <p:cNvSpPr/>
          <p:nvPr/>
        </p:nvSpPr>
        <p:spPr>
          <a:xfrm>
            <a:off x="6193440" y="3328714"/>
            <a:ext cx="1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33231E4-C8F3-9425-C8F0-F03370F7A97A}"/>
              </a:ext>
            </a:extLst>
          </p:cNvPr>
          <p:cNvSpPr/>
          <p:nvPr/>
        </p:nvSpPr>
        <p:spPr>
          <a:xfrm>
            <a:off x="6861832" y="2449286"/>
            <a:ext cx="1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9B9BF2D-D92F-A354-946A-9183058CAE96}"/>
              </a:ext>
            </a:extLst>
          </p:cNvPr>
          <p:cNvSpPr/>
          <p:nvPr/>
        </p:nvSpPr>
        <p:spPr>
          <a:xfrm>
            <a:off x="7530224" y="3328714"/>
            <a:ext cx="1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9650B9B-EA87-370B-970D-35714148F445}"/>
              </a:ext>
            </a:extLst>
          </p:cNvPr>
          <p:cNvSpPr/>
          <p:nvPr/>
        </p:nvSpPr>
        <p:spPr>
          <a:xfrm>
            <a:off x="8198616" y="2449286"/>
            <a:ext cx="1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A362766-2913-C8B1-008A-560C80E46C8F}"/>
              </a:ext>
            </a:extLst>
          </p:cNvPr>
          <p:cNvSpPr/>
          <p:nvPr/>
        </p:nvSpPr>
        <p:spPr>
          <a:xfrm>
            <a:off x="8867006" y="3328714"/>
            <a:ext cx="180000" cy="108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3901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D1FB4DD-A7B6-A676-C101-BD60FE262FFE}"/>
              </a:ext>
            </a:extLst>
          </p:cNvPr>
          <p:cNvSpPr/>
          <p:nvPr/>
        </p:nvSpPr>
        <p:spPr>
          <a:xfrm>
            <a:off x="1952625" y="971550"/>
            <a:ext cx="8286750" cy="49149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06B93E3-80D2-B4DD-F932-BD2A50F95692}"/>
              </a:ext>
            </a:extLst>
          </p:cNvPr>
          <p:cNvSpPr/>
          <p:nvPr/>
        </p:nvSpPr>
        <p:spPr>
          <a:xfrm>
            <a:off x="306944" y="277585"/>
            <a:ext cx="180000" cy="18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493530-774D-045C-685D-5E6B83411580}"/>
              </a:ext>
            </a:extLst>
          </p:cNvPr>
          <p:cNvSpPr/>
          <p:nvPr/>
        </p:nvSpPr>
        <p:spPr>
          <a:xfrm>
            <a:off x="669278" y="277585"/>
            <a:ext cx="180000" cy="18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A37B00E-2288-C4C1-EA4C-B5F2BBEC4997}"/>
              </a:ext>
            </a:extLst>
          </p:cNvPr>
          <p:cNvSpPr/>
          <p:nvPr/>
        </p:nvSpPr>
        <p:spPr>
          <a:xfrm>
            <a:off x="9762931" y="4307145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5861878-1687-D295-6D7F-01AD808E2ECC}"/>
              </a:ext>
            </a:extLst>
          </p:cNvPr>
          <p:cNvSpPr/>
          <p:nvPr/>
        </p:nvSpPr>
        <p:spPr>
          <a:xfrm>
            <a:off x="2056157" y="2170928"/>
            <a:ext cx="180000" cy="180000"/>
          </a:xfrm>
          <a:prstGeom prst="ellipse">
            <a:avLst/>
          </a:prstGeom>
          <a:solidFill>
            <a:srgbClr val="FF37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493A535-04D1-E0A7-FC0C-BB0037477529}"/>
              </a:ext>
            </a:extLst>
          </p:cNvPr>
          <p:cNvSpPr txBox="1"/>
          <p:nvPr/>
        </p:nvSpPr>
        <p:spPr>
          <a:xfrm>
            <a:off x="5618144" y="150131"/>
            <a:ext cx="982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MX" b="1" dirty="0"/>
              <a:t>NIVEL 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9663D3A-53BF-C075-FF85-C38F7D5881A6}"/>
              </a:ext>
            </a:extLst>
          </p:cNvPr>
          <p:cNvSpPr/>
          <p:nvPr/>
        </p:nvSpPr>
        <p:spPr>
          <a:xfrm>
            <a:off x="1952624" y="971550"/>
            <a:ext cx="8286749" cy="947057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6B00AAE-E4AB-6B48-2102-5D7CBA8F72BC}"/>
              </a:ext>
            </a:extLst>
          </p:cNvPr>
          <p:cNvSpPr/>
          <p:nvPr/>
        </p:nvSpPr>
        <p:spPr>
          <a:xfrm>
            <a:off x="1952624" y="4857750"/>
            <a:ext cx="8286749" cy="10287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Triángulo rectángulo 8">
            <a:extLst>
              <a:ext uri="{FF2B5EF4-FFF2-40B4-BE49-F238E27FC236}">
                <a16:creationId xmlns:a16="http://schemas.microsoft.com/office/drawing/2014/main" id="{FE2C3E62-A809-C666-F793-6A33B6E7C46D}"/>
              </a:ext>
            </a:extLst>
          </p:cNvPr>
          <p:cNvSpPr/>
          <p:nvPr/>
        </p:nvSpPr>
        <p:spPr>
          <a:xfrm>
            <a:off x="1952619" y="2469212"/>
            <a:ext cx="8286750" cy="2388538"/>
          </a:xfrm>
          <a:prstGeom prst="rt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riángulo rectángulo 12">
            <a:extLst>
              <a:ext uri="{FF2B5EF4-FFF2-40B4-BE49-F238E27FC236}">
                <a16:creationId xmlns:a16="http://schemas.microsoft.com/office/drawing/2014/main" id="{22DB250A-AF9E-988C-8720-DBEDA62C3122}"/>
              </a:ext>
            </a:extLst>
          </p:cNvPr>
          <p:cNvSpPr/>
          <p:nvPr/>
        </p:nvSpPr>
        <p:spPr>
          <a:xfrm flipH="1" flipV="1">
            <a:off x="1952619" y="1918607"/>
            <a:ext cx="8286750" cy="2388538"/>
          </a:xfrm>
          <a:prstGeom prst="rt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48884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06B93E3-80D2-B4DD-F932-BD2A50F95692}"/>
              </a:ext>
            </a:extLst>
          </p:cNvPr>
          <p:cNvSpPr/>
          <p:nvPr/>
        </p:nvSpPr>
        <p:spPr>
          <a:xfrm>
            <a:off x="306944" y="277585"/>
            <a:ext cx="180000" cy="18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493530-774D-045C-685D-5E6B83411580}"/>
              </a:ext>
            </a:extLst>
          </p:cNvPr>
          <p:cNvSpPr/>
          <p:nvPr/>
        </p:nvSpPr>
        <p:spPr>
          <a:xfrm>
            <a:off x="669278" y="277585"/>
            <a:ext cx="180000" cy="18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F9B970C-9D71-C15A-F8FD-3A4AA2358D11}"/>
              </a:ext>
            </a:extLst>
          </p:cNvPr>
          <p:cNvSpPr/>
          <p:nvPr/>
        </p:nvSpPr>
        <p:spPr>
          <a:xfrm>
            <a:off x="1952625" y="971550"/>
            <a:ext cx="8286750" cy="49149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406C859-6766-B353-C4CC-614BCFFE3728}"/>
              </a:ext>
            </a:extLst>
          </p:cNvPr>
          <p:cNvSpPr/>
          <p:nvPr/>
        </p:nvSpPr>
        <p:spPr>
          <a:xfrm>
            <a:off x="9519374" y="5166449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F5E1B09-DF19-0BAC-1B48-262505709F30}"/>
              </a:ext>
            </a:extLst>
          </p:cNvPr>
          <p:cNvSpPr/>
          <p:nvPr/>
        </p:nvSpPr>
        <p:spPr>
          <a:xfrm>
            <a:off x="2300614" y="1435562"/>
            <a:ext cx="180000" cy="180000"/>
          </a:xfrm>
          <a:prstGeom prst="ellipse">
            <a:avLst/>
          </a:prstGeom>
          <a:solidFill>
            <a:srgbClr val="FF37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5CE1A048-8FDC-77DB-4E1A-9444524B7029}"/>
              </a:ext>
            </a:extLst>
          </p:cNvPr>
          <p:cNvSpPr/>
          <p:nvPr/>
        </p:nvSpPr>
        <p:spPr>
          <a:xfrm rot="16200000">
            <a:off x="6006000" y="-3080284"/>
            <a:ext cx="180000" cy="828675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E3A9CEDB-15C8-688D-7CDC-869A5F4FBE9C}"/>
              </a:ext>
            </a:extLst>
          </p:cNvPr>
          <p:cNvSpPr/>
          <p:nvPr/>
        </p:nvSpPr>
        <p:spPr>
          <a:xfrm rot="16200000">
            <a:off x="6006000" y="1653076"/>
            <a:ext cx="180000" cy="828675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CECE399-B804-65A4-B183-DA49392456F2}"/>
              </a:ext>
            </a:extLst>
          </p:cNvPr>
          <p:cNvSpPr txBox="1"/>
          <p:nvPr/>
        </p:nvSpPr>
        <p:spPr>
          <a:xfrm>
            <a:off x="5618144" y="150131"/>
            <a:ext cx="982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MX" b="1" dirty="0"/>
              <a:t>NIVEL 7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C80433A-A366-DDDD-4AE0-5784729A62DD}"/>
              </a:ext>
            </a:extLst>
          </p:cNvPr>
          <p:cNvSpPr/>
          <p:nvPr/>
        </p:nvSpPr>
        <p:spPr>
          <a:xfrm>
            <a:off x="1949042" y="971548"/>
            <a:ext cx="180001" cy="4913361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A1AA4B4-3401-DC08-3E55-2D2D53908E45}"/>
              </a:ext>
            </a:extLst>
          </p:cNvPr>
          <p:cNvSpPr/>
          <p:nvPr/>
        </p:nvSpPr>
        <p:spPr>
          <a:xfrm>
            <a:off x="10069168" y="971548"/>
            <a:ext cx="180000" cy="49149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FD5CA1D6-FF10-B33F-0362-F77BFB509D11}"/>
              </a:ext>
            </a:extLst>
          </p:cNvPr>
          <p:cNvSpPr/>
          <p:nvPr/>
        </p:nvSpPr>
        <p:spPr>
          <a:xfrm>
            <a:off x="2660614" y="1261830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2E55896C-F2BF-DE32-3726-2CA85EE38CC5}"/>
              </a:ext>
            </a:extLst>
          </p:cNvPr>
          <p:cNvSpPr/>
          <p:nvPr/>
        </p:nvSpPr>
        <p:spPr>
          <a:xfrm>
            <a:off x="3376043" y="1468570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7BEB5585-8C78-D14D-2A84-C6EEAD6C38BC}"/>
              </a:ext>
            </a:extLst>
          </p:cNvPr>
          <p:cNvSpPr/>
          <p:nvPr/>
        </p:nvSpPr>
        <p:spPr>
          <a:xfrm>
            <a:off x="4105837" y="1675309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674EB9B6-990C-B873-6D80-C3C7AAFA2228}"/>
              </a:ext>
            </a:extLst>
          </p:cNvPr>
          <p:cNvSpPr/>
          <p:nvPr/>
        </p:nvSpPr>
        <p:spPr>
          <a:xfrm>
            <a:off x="2660614" y="1882049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3E4E001C-FDFD-82CD-FC65-E50DB2B66415}"/>
              </a:ext>
            </a:extLst>
          </p:cNvPr>
          <p:cNvSpPr/>
          <p:nvPr/>
        </p:nvSpPr>
        <p:spPr>
          <a:xfrm>
            <a:off x="3376043" y="2088789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44A9B047-E750-5256-8DCD-4D4A3EBCEEFE}"/>
              </a:ext>
            </a:extLst>
          </p:cNvPr>
          <p:cNvSpPr/>
          <p:nvPr/>
        </p:nvSpPr>
        <p:spPr>
          <a:xfrm>
            <a:off x="4105837" y="2295529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08B4F84D-8877-60B8-33B1-3B7B19EC4834}"/>
              </a:ext>
            </a:extLst>
          </p:cNvPr>
          <p:cNvSpPr/>
          <p:nvPr/>
        </p:nvSpPr>
        <p:spPr>
          <a:xfrm>
            <a:off x="2660614" y="2502268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E0D6B23C-0885-918E-ACC0-A47318B01F82}"/>
              </a:ext>
            </a:extLst>
          </p:cNvPr>
          <p:cNvSpPr/>
          <p:nvPr/>
        </p:nvSpPr>
        <p:spPr>
          <a:xfrm>
            <a:off x="3376043" y="2709008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C1707A43-7563-0849-D663-DC105C2A4217}"/>
              </a:ext>
            </a:extLst>
          </p:cNvPr>
          <p:cNvSpPr/>
          <p:nvPr/>
        </p:nvSpPr>
        <p:spPr>
          <a:xfrm>
            <a:off x="4105837" y="2915748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BDAE0AD1-828D-76FE-4C60-61033D3D8663}"/>
              </a:ext>
            </a:extLst>
          </p:cNvPr>
          <p:cNvSpPr/>
          <p:nvPr/>
        </p:nvSpPr>
        <p:spPr>
          <a:xfrm>
            <a:off x="2660614" y="3122488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DE01A6F9-A3E3-B705-2B0F-87E3F50C9CE0}"/>
              </a:ext>
            </a:extLst>
          </p:cNvPr>
          <p:cNvSpPr/>
          <p:nvPr/>
        </p:nvSpPr>
        <p:spPr>
          <a:xfrm>
            <a:off x="3376043" y="3329227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D9882E82-7509-45F6-1F33-58D12A58108F}"/>
              </a:ext>
            </a:extLst>
          </p:cNvPr>
          <p:cNvSpPr/>
          <p:nvPr/>
        </p:nvSpPr>
        <p:spPr>
          <a:xfrm>
            <a:off x="4105837" y="3535967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491E111D-14C4-E845-1DD6-2717E9632157}"/>
              </a:ext>
            </a:extLst>
          </p:cNvPr>
          <p:cNvSpPr/>
          <p:nvPr/>
        </p:nvSpPr>
        <p:spPr>
          <a:xfrm>
            <a:off x="2660614" y="3742707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A4B2BBF1-F62E-56E7-5C8D-D2B8D5C01571}"/>
              </a:ext>
            </a:extLst>
          </p:cNvPr>
          <p:cNvSpPr/>
          <p:nvPr/>
        </p:nvSpPr>
        <p:spPr>
          <a:xfrm>
            <a:off x="3376043" y="3949447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CAB397C9-E407-B63D-19C2-48826DF30AFE}"/>
              </a:ext>
            </a:extLst>
          </p:cNvPr>
          <p:cNvSpPr/>
          <p:nvPr/>
        </p:nvSpPr>
        <p:spPr>
          <a:xfrm>
            <a:off x="4105837" y="4156186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923ABA63-3D59-67E6-BE99-8CF6F4570B4A}"/>
              </a:ext>
            </a:extLst>
          </p:cNvPr>
          <p:cNvSpPr/>
          <p:nvPr/>
        </p:nvSpPr>
        <p:spPr>
          <a:xfrm>
            <a:off x="2660614" y="4362926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C203E41D-1B04-D72B-8A4C-47BBBB555177}"/>
              </a:ext>
            </a:extLst>
          </p:cNvPr>
          <p:cNvSpPr/>
          <p:nvPr/>
        </p:nvSpPr>
        <p:spPr>
          <a:xfrm>
            <a:off x="3376043" y="4569666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5041F9ED-80D9-AFB9-FE00-E4BA318D0D4B}"/>
              </a:ext>
            </a:extLst>
          </p:cNvPr>
          <p:cNvSpPr/>
          <p:nvPr/>
        </p:nvSpPr>
        <p:spPr>
          <a:xfrm>
            <a:off x="4105837" y="4776406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4FBD945F-2D21-2668-6766-317DCF512F63}"/>
              </a:ext>
            </a:extLst>
          </p:cNvPr>
          <p:cNvSpPr/>
          <p:nvPr/>
        </p:nvSpPr>
        <p:spPr>
          <a:xfrm>
            <a:off x="2660614" y="4983145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01D5F5E3-1DA5-13EC-6A91-D6EF9C4BCBF3}"/>
              </a:ext>
            </a:extLst>
          </p:cNvPr>
          <p:cNvSpPr/>
          <p:nvPr/>
        </p:nvSpPr>
        <p:spPr>
          <a:xfrm>
            <a:off x="3376043" y="5189885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B40F7DF3-F316-BDA8-2E9B-3605EC7F8AD4}"/>
              </a:ext>
            </a:extLst>
          </p:cNvPr>
          <p:cNvSpPr/>
          <p:nvPr/>
        </p:nvSpPr>
        <p:spPr>
          <a:xfrm>
            <a:off x="4105837" y="5396625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C04E5C81-B90F-10D9-7D99-7C9AA41E9098}"/>
              </a:ext>
            </a:extLst>
          </p:cNvPr>
          <p:cNvSpPr/>
          <p:nvPr/>
        </p:nvSpPr>
        <p:spPr>
          <a:xfrm>
            <a:off x="4817413" y="1257300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93EC6216-FCFF-77EE-DCD8-ED59E1F66F38}"/>
              </a:ext>
            </a:extLst>
          </p:cNvPr>
          <p:cNvSpPr/>
          <p:nvPr/>
        </p:nvSpPr>
        <p:spPr>
          <a:xfrm>
            <a:off x="5532841" y="1464040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99B70B42-DB99-E4B8-4BB5-F9085C6CA5D5}"/>
              </a:ext>
            </a:extLst>
          </p:cNvPr>
          <p:cNvSpPr/>
          <p:nvPr/>
        </p:nvSpPr>
        <p:spPr>
          <a:xfrm>
            <a:off x="6262636" y="1670780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CBBB125E-3B40-E025-DA0B-00899EB8EE84}"/>
              </a:ext>
            </a:extLst>
          </p:cNvPr>
          <p:cNvSpPr/>
          <p:nvPr/>
        </p:nvSpPr>
        <p:spPr>
          <a:xfrm>
            <a:off x="4817413" y="1877519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6924A1DA-9B1E-F23B-B2B2-78787E309983}"/>
              </a:ext>
            </a:extLst>
          </p:cNvPr>
          <p:cNvSpPr/>
          <p:nvPr/>
        </p:nvSpPr>
        <p:spPr>
          <a:xfrm>
            <a:off x="5532841" y="2084259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9A4CCE80-A99C-D0C8-26C8-184E0C1118BE}"/>
              </a:ext>
            </a:extLst>
          </p:cNvPr>
          <p:cNvSpPr/>
          <p:nvPr/>
        </p:nvSpPr>
        <p:spPr>
          <a:xfrm>
            <a:off x="6262636" y="2290999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3FABA70D-2F6F-D1D4-A518-F687D2D29E96}"/>
              </a:ext>
            </a:extLst>
          </p:cNvPr>
          <p:cNvSpPr/>
          <p:nvPr/>
        </p:nvSpPr>
        <p:spPr>
          <a:xfrm>
            <a:off x="4817413" y="2497739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83AEEA12-14E3-5DBD-291D-BF0E7263C49D}"/>
              </a:ext>
            </a:extLst>
          </p:cNvPr>
          <p:cNvSpPr/>
          <p:nvPr/>
        </p:nvSpPr>
        <p:spPr>
          <a:xfrm>
            <a:off x="5532841" y="2704478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D6DBA597-43BC-72E2-2956-4A9BA9B1D11B}"/>
              </a:ext>
            </a:extLst>
          </p:cNvPr>
          <p:cNvSpPr/>
          <p:nvPr/>
        </p:nvSpPr>
        <p:spPr>
          <a:xfrm>
            <a:off x="6262636" y="2911218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6D2032FC-9C3C-8DC4-9B3F-2C8E71CC884B}"/>
              </a:ext>
            </a:extLst>
          </p:cNvPr>
          <p:cNvSpPr/>
          <p:nvPr/>
        </p:nvSpPr>
        <p:spPr>
          <a:xfrm>
            <a:off x="4817413" y="3117958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FFEB818D-F29F-AE69-2C85-26DC02F2B71A}"/>
              </a:ext>
            </a:extLst>
          </p:cNvPr>
          <p:cNvSpPr/>
          <p:nvPr/>
        </p:nvSpPr>
        <p:spPr>
          <a:xfrm>
            <a:off x="5532841" y="3324698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1DA9F37C-6476-AD6F-3917-26E0FEF95F08}"/>
              </a:ext>
            </a:extLst>
          </p:cNvPr>
          <p:cNvSpPr/>
          <p:nvPr/>
        </p:nvSpPr>
        <p:spPr>
          <a:xfrm>
            <a:off x="6262636" y="3531437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20BA18C4-541B-243F-2764-5D571765BBE6}"/>
              </a:ext>
            </a:extLst>
          </p:cNvPr>
          <p:cNvSpPr/>
          <p:nvPr/>
        </p:nvSpPr>
        <p:spPr>
          <a:xfrm>
            <a:off x="4817413" y="3738177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A71405B8-5CB7-27D3-742B-5179A903356E}"/>
              </a:ext>
            </a:extLst>
          </p:cNvPr>
          <p:cNvSpPr/>
          <p:nvPr/>
        </p:nvSpPr>
        <p:spPr>
          <a:xfrm>
            <a:off x="5532841" y="3944917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BDB41230-836D-C248-D703-F765054986C6}"/>
              </a:ext>
            </a:extLst>
          </p:cNvPr>
          <p:cNvSpPr/>
          <p:nvPr/>
        </p:nvSpPr>
        <p:spPr>
          <a:xfrm>
            <a:off x="6262636" y="4151657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94617A59-84E7-2A82-6CF2-866ACB6DE740}"/>
              </a:ext>
            </a:extLst>
          </p:cNvPr>
          <p:cNvSpPr/>
          <p:nvPr/>
        </p:nvSpPr>
        <p:spPr>
          <a:xfrm>
            <a:off x="4817413" y="4358396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1A67DB04-CB3D-A82C-8458-2A7D7A629A28}"/>
              </a:ext>
            </a:extLst>
          </p:cNvPr>
          <p:cNvSpPr/>
          <p:nvPr/>
        </p:nvSpPr>
        <p:spPr>
          <a:xfrm>
            <a:off x="5532841" y="4565136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5720A683-941B-9339-E2C6-1AA9425ACC1D}"/>
              </a:ext>
            </a:extLst>
          </p:cNvPr>
          <p:cNvSpPr/>
          <p:nvPr/>
        </p:nvSpPr>
        <p:spPr>
          <a:xfrm>
            <a:off x="6262636" y="4771876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F0D34522-9CEA-3805-D4BB-18F8054EA95A}"/>
              </a:ext>
            </a:extLst>
          </p:cNvPr>
          <p:cNvSpPr/>
          <p:nvPr/>
        </p:nvSpPr>
        <p:spPr>
          <a:xfrm>
            <a:off x="4817413" y="4978616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9F10D812-12CC-22CA-4BF2-FC24529FD579}"/>
              </a:ext>
            </a:extLst>
          </p:cNvPr>
          <p:cNvSpPr/>
          <p:nvPr/>
        </p:nvSpPr>
        <p:spPr>
          <a:xfrm>
            <a:off x="5532841" y="5185355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E541E89C-CBFC-0DCA-7C61-0E5B93260BE3}"/>
              </a:ext>
            </a:extLst>
          </p:cNvPr>
          <p:cNvSpPr/>
          <p:nvPr/>
        </p:nvSpPr>
        <p:spPr>
          <a:xfrm>
            <a:off x="6262636" y="5392095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0B2EE498-8960-A09C-5499-74E7EFBF5265}"/>
              </a:ext>
            </a:extLst>
          </p:cNvPr>
          <p:cNvSpPr/>
          <p:nvPr/>
        </p:nvSpPr>
        <p:spPr>
          <a:xfrm>
            <a:off x="6959845" y="1266587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9" name="Rectángulo 108">
            <a:extLst>
              <a:ext uri="{FF2B5EF4-FFF2-40B4-BE49-F238E27FC236}">
                <a16:creationId xmlns:a16="http://schemas.microsoft.com/office/drawing/2014/main" id="{A1389F6D-F8BA-FF68-659A-740AC120AB35}"/>
              </a:ext>
            </a:extLst>
          </p:cNvPr>
          <p:cNvSpPr/>
          <p:nvPr/>
        </p:nvSpPr>
        <p:spPr>
          <a:xfrm>
            <a:off x="7675275" y="1473327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C84443E8-F606-B950-F8FC-7BD732727BC4}"/>
              </a:ext>
            </a:extLst>
          </p:cNvPr>
          <p:cNvSpPr/>
          <p:nvPr/>
        </p:nvSpPr>
        <p:spPr>
          <a:xfrm>
            <a:off x="8405069" y="1680067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68772A11-EE9B-E1A5-027A-2E164220D7FD}"/>
              </a:ext>
            </a:extLst>
          </p:cNvPr>
          <p:cNvSpPr/>
          <p:nvPr/>
        </p:nvSpPr>
        <p:spPr>
          <a:xfrm>
            <a:off x="6959845" y="1886806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2" name="Rectángulo 111">
            <a:extLst>
              <a:ext uri="{FF2B5EF4-FFF2-40B4-BE49-F238E27FC236}">
                <a16:creationId xmlns:a16="http://schemas.microsoft.com/office/drawing/2014/main" id="{22DDB4CC-C00B-337C-BD0A-A8F7CCB1C950}"/>
              </a:ext>
            </a:extLst>
          </p:cNvPr>
          <p:cNvSpPr/>
          <p:nvPr/>
        </p:nvSpPr>
        <p:spPr>
          <a:xfrm>
            <a:off x="7675275" y="2093546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71648C65-4BA5-F246-7570-63BCBA99DF67}"/>
              </a:ext>
            </a:extLst>
          </p:cNvPr>
          <p:cNvSpPr/>
          <p:nvPr/>
        </p:nvSpPr>
        <p:spPr>
          <a:xfrm>
            <a:off x="8405069" y="2300286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4" name="Rectángulo 113">
            <a:extLst>
              <a:ext uri="{FF2B5EF4-FFF2-40B4-BE49-F238E27FC236}">
                <a16:creationId xmlns:a16="http://schemas.microsoft.com/office/drawing/2014/main" id="{2C0CABA2-6D98-F620-CB46-B5F190D25E85}"/>
              </a:ext>
            </a:extLst>
          </p:cNvPr>
          <p:cNvSpPr/>
          <p:nvPr/>
        </p:nvSpPr>
        <p:spPr>
          <a:xfrm>
            <a:off x="6959845" y="2507026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A5A7AF74-D5D1-1D47-B95E-9C03D297723B}"/>
              </a:ext>
            </a:extLst>
          </p:cNvPr>
          <p:cNvSpPr/>
          <p:nvPr/>
        </p:nvSpPr>
        <p:spPr>
          <a:xfrm>
            <a:off x="7675275" y="2713765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6" name="Rectángulo 115">
            <a:extLst>
              <a:ext uri="{FF2B5EF4-FFF2-40B4-BE49-F238E27FC236}">
                <a16:creationId xmlns:a16="http://schemas.microsoft.com/office/drawing/2014/main" id="{31BCC110-08A7-3058-A20D-A8F27B1A7646}"/>
              </a:ext>
            </a:extLst>
          </p:cNvPr>
          <p:cNvSpPr/>
          <p:nvPr/>
        </p:nvSpPr>
        <p:spPr>
          <a:xfrm>
            <a:off x="8405069" y="2920505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7" name="Rectángulo 116">
            <a:extLst>
              <a:ext uri="{FF2B5EF4-FFF2-40B4-BE49-F238E27FC236}">
                <a16:creationId xmlns:a16="http://schemas.microsoft.com/office/drawing/2014/main" id="{CE0BEDBB-95E5-3BDB-EA6F-D0DE5AB63BC6}"/>
              </a:ext>
            </a:extLst>
          </p:cNvPr>
          <p:cNvSpPr/>
          <p:nvPr/>
        </p:nvSpPr>
        <p:spPr>
          <a:xfrm>
            <a:off x="6959845" y="3127245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2E0653F2-58A7-E728-1ABB-C70DFDF7CD75}"/>
              </a:ext>
            </a:extLst>
          </p:cNvPr>
          <p:cNvSpPr/>
          <p:nvPr/>
        </p:nvSpPr>
        <p:spPr>
          <a:xfrm>
            <a:off x="7675275" y="3333985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2D3DE05A-ADDF-B364-3292-708A27BA872C}"/>
              </a:ext>
            </a:extLst>
          </p:cNvPr>
          <p:cNvSpPr/>
          <p:nvPr/>
        </p:nvSpPr>
        <p:spPr>
          <a:xfrm>
            <a:off x="8405069" y="3540724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C50A868B-3871-3FCD-7A9F-F2DA6A9BDF0B}"/>
              </a:ext>
            </a:extLst>
          </p:cNvPr>
          <p:cNvSpPr/>
          <p:nvPr/>
        </p:nvSpPr>
        <p:spPr>
          <a:xfrm>
            <a:off x="6959845" y="3747464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7312BE4D-9F05-06F3-638B-4436E026449E}"/>
              </a:ext>
            </a:extLst>
          </p:cNvPr>
          <p:cNvSpPr/>
          <p:nvPr/>
        </p:nvSpPr>
        <p:spPr>
          <a:xfrm>
            <a:off x="7675275" y="3954204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2" name="Rectángulo 121">
            <a:extLst>
              <a:ext uri="{FF2B5EF4-FFF2-40B4-BE49-F238E27FC236}">
                <a16:creationId xmlns:a16="http://schemas.microsoft.com/office/drawing/2014/main" id="{4F794F06-859A-71CE-E04C-6BE3F0E32AAD}"/>
              </a:ext>
            </a:extLst>
          </p:cNvPr>
          <p:cNvSpPr/>
          <p:nvPr/>
        </p:nvSpPr>
        <p:spPr>
          <a:xfrm>
            <a:off x="8405069" y="4160944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8237F475-A9CA-A6B4-3490-6E8A1A83E066}"/>
              </a:ext>
            </a:extLst>
          </p:cNvPr>
          <p:cNvSpPr/>
          <p:nvPr/>
        </p:nvSpPr>
        <p:spPr>
          <a:xfrm>
            <a:off x="6959845" y="4367683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4" name="Rectángulo 123">
            <a:extLst>
              <a:ext uri="{FF2B5EF4-FFF2-40B4-BE49-F238E27FC236}">
                <a16:creationId xmlns:a16="http://schemas.microsoft.com/office/drawing/2014/main" id="{2E3BB382-BDAF-CB52-3A57-94BA82EB223A}"/>
              </a:ext>
            </a:extLst>
          </p:cNvPr>
          <p:cNvSpPr/>
          <p:nvPr/>
        </p:nvSpPr>
        <p:spPr>
          <a:xfrm>
            <a:off x="7675275" y="4574423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D7ECE1F8-B263-A536-9A45-171F64EE5C21}"/>
              </a:ext>
            </a:extLst>
          </p:cNvPr>
          <p:cNvSpPr/>
          <p:nvPr/>
        </p:nvSpPr>
        <p:spPr>
          <a:xfrm>
            <a:off x="8405069" y="4781163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6" name="Rectángulo 125">
            <a:extLst>
              <a:ext uri="{FF2B5EF4-FFF2-40B4-BE49-F238E27FC236}">
                <a16:creationId xmlns:a16="http://schemas.microsoft.com/office/drawing/2014/main" id="{CB3B739D-910E-4B71-E71B-DE54D175ECFF}"/>
              </a:ext>
            </a:extLst>
          </p:cNvPr>
          <p:cNvSpPr/>
          <p:nvPr/>
        </p:nvSpPr>
        <p:spPr>
          <a:xfrm>
            <a:off x="6959845" y="4987903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4E2C5A9A-463E-5E18-5552-6C5C32F9FD0C}"/>
              </a:ext>
            </a:extLst>
          </p:cNvPr>
          <p:cNvSpPr/>
          <p:nvPr/>
        </p:nvSpPr>
        <p:spPr>
          <a:xfrm>
            <a:off x="7675275" y="5194642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8" name="Rectángulo 127">
            <a:extLst>
              <a:ext uri="{FF2B5EF4-FFF2-40B4-BE49-F238E27FC236}">
                <a16:creationId xmlns:a16="http://schemas.microsoft.com/office/drawing/2014/main" id="{5D5902A2-3DC6-F0E6-D31F-270A83FD8211}"/>
              </a:ext>
            </a:extLst>
          </p:cNvPr>
          <p:cNvSpPr/>
          <p:nvPr/>
        </p:nvSpPr>
        <p:spPr>
          <a:xfrm>
            <a:off x="8405069" y="5401382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2" name="Rectángulo 131">
            <a:extLst>
              <a:ext uri="{FF2B5EF4-FFF2-40B4-BE49-F238E27FC236}">
                <a16:creationId xmlns:a16="http://schemas.microsoft.com/office/drawing/2014/main" id="{4AAE1662-F6A9-D6D8-4603-310D6FD4F387}"/>
              </a:ext>
            </a:extLst>
          </p:cNvPr>
          <p:cNvSpPr/>
          <p:nvPr/>
        </p:nvSpPr>
        <p:spPr>
          <a:xfrm>
            <a:off x="9116644" y="1262057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5" name="Rectángulo 134">
            <a:extLst>
              <a:ext uri="{FF2B5EF4-FFF2-40B4-BE49-F238E27FC236}">
                <a16:creationId xmlns:a16="http://schemas.microsoft.com/office/drawing/2014/main" id="{04BDBC22-50B7-8688-C397-06331347B849}"/>
              </a:ext>
            </a:extLst>
          </p:cNvPr>
          <p:cNvSpPr/>
          <p:nvPr/>
        </p:nvSpPr>
        <p:spPr>
          <a:xfrm>
            <a:off x="9116644" y="1882277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8" name="Rectángulo 137">
            <a:extLst>
              <a:ext uri="{FF2B5EF4-FFF2-40B4-BE49-F238E27FC236}">
                <a16:creationId xmlns:a16="http://schemas.microsoft.com/office/drawing/2014/main" id="{A6AD7DE6-BFCA-CC66-CB84-4C3725694154}"/>
              </a:ext>
            </a:extLst>
          </p:cNvPr>
          <p:cNvSpPr/>
          <p:nvPr/>
        </p:nvSpPr>
        <p:spPr>
          <a:xfrm>
            <a:off x="9116644" y="2502496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7A9539B6-EC04-0938-3C5B-2DAB936FAAA8}"/>
              </a:ext>
            </a:extLst>
          </p:cNvPr>
          <p:cNvSpPr/>
          <p:nvPr/>
        </p:nvSpPr>
        <p:spPr>
          <a:xfrm>
            <a:off x="9116644" y="3122715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4" name="Rectángulo 143">
            <a:extLst>
              <a:ext uri="{FF2B5EF4-FFF2-40B4-BE49-F238E27FC236}">
                <a16:creationId xmlns:a16="http://schemas.microsoft.com/office/drawing/2014/main" id="{E0AEF8AB-93BC-23E9-8EEF-406C16B49DB9}"/>
              </a:ext>
            </a:extLst>
          </p:cNvPr>
          <p:cNvSpPr/>
          <p:nvPr/>
        </p:nvSpPr>
        <p:spPr>
          <a:xfrm>
            <a:off x="9116644" y="3742934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7" name="Rectángulo 146">
            <a:extLst>
              <a:ext uri="{FF2B5EF4-FFF2-40B4-BE49-F238E27FC236}">
                <a16:creationId xmlns:a16="http://schemas.microsoft.com/office/drawing/2014/main" id="{BFCB8DF1-AC86-6C6E-2A3B-0791943A3CD3}"/>
              </a:ext>
            </a:extLst>
          </p:cNvPr>
          <p:cNvSpPr/>
          <p:nvPr/>
        </p:nvSpPr>
        <p:spPr>
          <a:xfrm>
            <a:off x="9116644" y="4363154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0" name="Rectángulo 149">
            <a:extLst>
              <a:ext uri="{FF2B5EF4-FFF2-40B4-BE49-F238E27FC236}">
                <a16:creationId xmlns:a16="http://schemas.microsoft.com/office/drawing/2014/main" id="{C06CF3C3-4FDF-FE0C-B956-0C8258D1F5FD}"/>
              </a:ext>
            </a:extLst>
          </p:cNvPr>
          <p:cNvSpPr/>
          <p:nvPr/>
        </p:nvSpPr>
        <p:spPr>
          <a:xfrm>
            <a:off x="9116644" y="4983373"/>
            <a:ext cx="180000" cy="18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1672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D1FB4DD-A7B6-A676-C101-BD60FE262FFE}"/>
              </a:ext>
            </a:extLst>
          </p:cNvPr>
          <p:cNvSpPr/>
          <p:nvPr/>
        </p:nvSpPr>
        <p:spPr>
          <a:xfrm>
            <a:off x="1952625" y="971550"/>
            <a:ext cx="8286750" cy="49149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06B93E3-80D2-B4DD-F932-BD2A50F95692}"/>
              </a:ext>
            </a:extLst>
          </p:cNvPr>
          <p:cNvSpPr/>
          <p:nvPr/>
        </p:nvSpPr>
        <p:spPr>
          <a:xfrm>
            <a:off x="306944" y="277585"/>
            <a:ext cx="180000" cy="18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493530-774D-045C-685D-5E6B83411580}"/>
              </a:ext>
            </a:extLst>
          </p:cNvPr>
          <p:cNvSpPr/>
          <p:nvPr/>
        </p:nvSpPr>
        <p:spPr>
          <a:xfrm>
            <a:off x="669278" y="277585"/>
            <a:ext cx="180000" cy="18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6E72BE6-7C08-E277-CA14-ABE85D26FEAE}"/>
              </a:ext>
            </a:extLst>
          </p:cNvPr>
          <p:cNvSpPr/>
          <p:nvPr/>
        </p:nvSpPr>
        <p:spPr>
          <a:xfrm>
            <a:off x="9228874" y="1723661"/>
            <a:ext cx="180001" cy="3396836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A37B00E-2288-C4C1-EA4C-B5F2BBEC4997}"/>
              </a:ext>
            </a:extLst>
          </p:cNvPr>
          <p:cNvSpPr/>
          <p:nvPr/>
        </p:nvSpPr>
        <p:spPr>
          <a:xfrm>
            <a:off x="7530809" y="3368872"/>
            <a:ext cx="360000" cy="3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5861878-1687-D295-6D7F-01AD808E2ECC}"/>
              </a:ext>
            </a:extLst>
          </p:cNvPr>
          <p:cNvSpPr/>
          <p:nvPr/>
        </p:nvSpPr>
        <p:spPr>
          <a:xfrm>
            <a:off x="2327443" y="1374602"/>
            <a:ext cx="180000" cy="180000"/>
          </a:xfrm>
          <a:prstGeom prst="ellipse">
            <a:avLst/>
          </a:prstGeom>
          <a:solidFill>
            <a:srgbClr val="FF37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874F5A6-4B07-AA38-1A2A-C30217E3A751}"/>
              </a:ext>
            </a:extLst>
          </p:cNvPr>
          <p:cNvSpPr/>
          <p:nvPr/>
        </p:nvSpPr>
        <p:spPr>
          <a:xfrm rot="5400000">
            <a:off x="5562388" y="-1874833"/>
            <a:ext cx="195385" cy="7392375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0032E86-506B-076F-2978-A3D82D14E883}"/>
              </a:ext>
            </a:extLst>
          </p:cNvPr>
          <p:cNvSpPr txBox="1"/>
          <p:nvPr/>
        </p:nvSpPr>
        <p:spPr>
          <a:xfrm>
            <a:off x="5618144" y="150131"/>
            <a:ext cx="982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MX" b="1" dirty="0"/>
              <a:t>NIVEL 8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596C5EC-ECC2-53DD-94B7-B1ABF74638B2}"/>
              </a:ext>
            </a:extLst>
          </p:cNvPr>
          <p:cNvSpPr/>
          <p:nvPr/>
        </p:nvSpPr>
        <p:spPr>
          <a:xfrm rot="5400000">
            <a:off x="6052356" y="1797437"/>
            <a:ext cx="180001" cy="6463035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A4767F6-E235-5DD1-34FA-EE418E7CF295}"/>
              </a:ext>
            </a:extLst>
          </p:cNvPr>
          <p:cNvSpPr/>
          <p:nvPr/>
        </p:nvSpPr>
        <p:spPr>
          <a:xfrm rot="16200000">
            <a:off x="6006000" y="-3080284"/>
            <a:ext cx="180000" cy="828675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6D6446D-82B5-2136-9A20-3C18E38DD004}"/>
              </a:ext>
            </a:extLst>
          </p:cNvPr>
          <p:cNvSpPr/>
          <p:nvPr/>
        </p:nvSpPr>
        <p:spPr>
          <a:xfrm rot="16200000">
            <a:off x="6006000" y="1653076"/>
            <a:ext cx="180000" cy="828675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5032985-4FB3-E56F-3AA1-ACD808F38376}"/>
              </a:ext>
            </a:extLst>
          </p:cNvPr>
          <p:cNvSpPr/>
          <p:nvPr/>
        </p:nvSpPr>
        <p:spPr>
          <a:xfrm>
            <a:off x="1949042" y="971548"/>
            <a:ext cx="180001" cy="4913361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FCABC88-3299-DE98-CFF4-2E56A652AD31}"/>
              </a:ext>
            </a:extLst>
          </p:cNvPr>
          <p:cNvSpPr/>
          <p:nvPr/>
        </p:nvSpPr>
        <p:spPr>
          <a:xfrm>
            <a:off x="10069168" y="971548"/>
            <a:ext cx="180000" cy="49149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3E8F0D5-B85A-10E9-CC9A-5E460FDC091C}"/>
              </a:ext>
            </a:extLst>
          </p:cNvPr>
          <p:cNvSpPr/>
          <p:nvPr/>
        </p:nvSpPr>
        <p:spPr>
          <a:xfrm>
            <a:off x="2785838" y="2604356"/>
            <a:ext cx="180000" cy="25146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B95F950-A56A-215F-C080-BB8541FB24F9}"/>
              </a:ext>
            </a:extLst>
          </p:cNvPr>
          <p:cNvSpPr/>
          <p:nvPr/>
        </p:nvSpPr>
        <p:spPr>
          <a:xfrm rot="5400000">
            <a:off x="5612880" y="-99226"/>
            <a:ext cx="180000" cy="5584082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1E23988-842F-BEC6-CBDE-02FE2EA0536D}"/>
              </a:ext>
            </a:extLst>
          </p:cNvPr>
          <p:cNvSpPr/>
          <p:nvPr/>
        </p:nvSpPr>
        <p:spPr>
          <a:xfrm>
            <a:off x="8319818" y="2618995"/>
            <a:ext cx="180000" cy="1692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75DAA40-B358-8FB7-A6BE-38459519EC0E}"/>
              </a:ext>
            </a:extLst>
          </p:cNvPr>
          <p:cNvSpPr/>
          <p:nvPr/>
        </p:nvSpPr>
        <p:spPr>
          <a:xfrm rot="5400000">
            <a:off x="6023250" y="1850366"/>
            <a:ext cx="180000" cy="4752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FF2426A-8545-0D64-A060-88EF49BEAD5A}"/>
              </a:ext>
            </a:extLst>
          </p:cNvPr>
          <p:cNvSpPr/>
          <p:nvPr/>
        </p:nvSpPr>
        <p:spPr>
          <a:xfrm rot="10800000">
            <a:off x="3737250" y="3262197"/>
            <a:ext cx="180000" cy="1044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D2C4CC2A-8C4B-7E9C-A221-B8538E025DEA}"/>
              </a:ext>
            </a:extLst>
          </p:cNvPr>
          <p:cNvSpPr/>
          <p:nvPr/>
        </p:nvSpPr>
        <p:spPr>
          <a:xfrm rot="10800000">
            <a:off x="4536980" y="2618995"/>
            <a:ext cx="180000" cy="1044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5C4B6CA-88BB-A13C-ADDB-AD67321FE1D8}"/>
              </a:ext>
            </a:extLst>
          </p:cNvPr>
          <p:cNvSpPr/>
          <p:nvPr/>
        </p:nvSpPr>
        <p:spPr>
          <a:xfrm rot="10800000">
            <a:off x="5350776" y="3272366"/>
            <a:ext cx="180000" cy="1044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B326CE1A-D50E-DACD-DF6F-DAD2F28A07A5}"/>
              </a:ext>
            </a:extLst>
          </p:cNvPr>
          <p:cNvSpPr/>
          <p:nvPr/>
        </p:nvSpPr>
        <p:spPr>
          <a:xfrm rot="10800000">
            <a:off x="6150506" y="2629164"/>
            <a:ext cx="180000" cy="1044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3D69D2F4-8ACB-8C61-0BF3-5C84CC910771}"/>
              </a:ext>
            </a:extLst>
          </p:cNvPr>
          <p:cNvSpPr/>
          <p:nvPr/>
        </p:nvSpPr>
        <p:spPr>
          <a:xfrm rot="10800000">
            <a:off x="6964301" y="3222247"/>
            <a:ext cx="180000" cy="1044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9637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06B93E3-80D2-B4DD-F932-BD2A50F95692}"/>
              </a:ext>
            </a:extLst>
          </p:cNvPr>
          <p:cNvSpPr/>
          <p:nvPr/>
        </p:nvSpPr>
        <p:spPr>
          <a:xfrm>
            <a:off x="306944" y="277585"/>
            <a:ext cx="180000" cy="18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493530-774D-045C-685D-5E6B83411580}"/>
              </a:ext>
            </a:extLst>
          </p:cNvPr>
          <p:cNvSpPr/>
          <p:nvPr/>
        </p:nvSpPr>
        <p:spPr>
          <a:xfrm>
            <a:off x="669278" y="277585"/>
            <a:ext cx="180000" cy="18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0032E86-506B-076F-2978-A3D82D14E883}"/>
              </a:ext>
            </a:extLst>
          </p:cNvPr>
          <p:cNvSpPr txBox="1"/>
          <p:nvPr/>
        </p:nvSpPr>
        <p:spPr>
          <a:xfrm>
            <a:off x="5618144" y="150131"/>
            <a:ext cx="982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MX" b="1" dirty="0"/>
              <a:t>NIVEL 9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CA344B1-8431-565B-4F9E-96CDEFB9D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6340"/>
            <a:ext cx="12192000" cy="540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39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06B93E3-80D2-B4DD-F932-BD2A50F95692}"/>
              </a:ext>
            </a:extLst>
          </p:cNvPr>
          <p:cNvSpPr/>
          <p:nvPr/>
        </p:nvSpPr>
        <p:spPr>
          <a:xfrm>
            <a:off x="306944" y="277585"/>
            <a:ext cx="180000" cy="18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1493530-774D-045C-685D-5E6B83411580}"/>
              </a:ext>
            </a:extLst>
          </p:cNvPr>
          <p:cNvSpPr/>
          <p:nvPr/>
        </p:nvSpPr>
        <p:spPr>
          <a:xfrm>
            <a:off x="669278" y="277585"/>
            <a:ext cx="180000" cy="1800000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0032E86-506B-076F-2978-A3D82D14E883}"/>
              </a:ext>
            </a:extLst>
          </p:cNvPr>
          <p:cNvSpPr txBox="1"/>
          <p:nvPr/>
        </p:nvSpPr>
        <p:spPr>
          <a:xfrm>
            <a:off x="5618144" y="150131"/>
            <a:ext cx="110639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MX" b="1" dirty="0"/>
              <a:t>NIVEL 10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F788CB-3DD7-5339-5B0A-6E7092F89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6340"/>
            <a:ext cx="12192000" cy="540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1784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22</Words>
  <Application>Microsoft Office PowerPoint</Application>
  <PresentationFormat>Panorámica</PresentationFormat>
  <Paragraphs>11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Bruno</dc:creator>
  <cp:lastModifiedBy>Robert Bruno</cp:lastModifiedBy>
  <cp:revision>7</cp:revision>
  <dcterms:created xsi:type="dcterms:W3CDTF">2026-05-13T15:14:27Z</dcterms:created>
  <dcterms:modified xsi:type="dcterms:W3CDTF">2026-05-14T18:49:52Z</dcterms:modified>
</cp:coreProperties>
</file>